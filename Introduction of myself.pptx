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 showGuides="1">
      <p:cViewPr varScale="1">
        <p:scale>
          <a:sx n="106" d="100"/>
          <a:sy n="106" d="100"/>
        </p:scale>
        <p:origin x="168" y="1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wan To Wong" userId="6f797b44-5235-4fea-b848-f93001ac1fc4" providerId="ADAL" clId="{D8B8B226-6CDB-4145-918E-30B137396829}"/>
    <pc:docChg chg="modSld">
      <pc:chgData name="Kwan To Wong" userId="6f797b44-5235-4fea-b848-f93001ac1fc4" providerId="ADAL" clId="{D8B8B226-6CDB-4145-918E-30B137396829}" dt="2026-08-24T07:39:10.090" v="1"/>
      <pc:docMkLst>
        <pc:docMk/>
      </pc:docMkLst>
      <pc:sldChg chg="modAnim">
        <pc:chgData name="Kwan To Wong" userId="6f797b44-5235-4fea-b848-f93001ac1fc4" providerId="ADAL" clId="{D8B8B226-6CDB-4145-918E-30B137396829}" dt="2026-08-24T07:39:10.090" v="1"/>
        <pc:sldMkLst>
          <pc:docMk/>
          <pc:sldMk cId="102867471" sldId="26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2131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245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742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200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393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77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464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822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5830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443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2832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70465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5317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094754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311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9949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570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FDBB8F0-2E21-4489-9C8C-6790732258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904594F0-C792-4E63-BB2A-6691FAB13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7746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3F73EF-5A4F-4C7E-9B02-0B42A0FA8F6F}"/>
              </a:ext>
            </a:extLst>
          </p:cNvPr>
          <p:cNvSpPr txBox="1"/>
          <p:nvPr/>
        </p:nvSpPr>
        <p:spPr>
          <a:xfrm>
            <a:off x="0" y="0"/>
            <a:ext cx="121920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800" dirty="0"/>
              <a:t>MSDA Bootcamp 2026</a:t>
            </a:r>
          </a:p>
          <a:p>
            <a:pPr algn="ctr"/>
            <a:endParaRPr lang="en-US" sz="3800" dirty="0"/>
          </a:p>
          <a:p>
            <a:pPr algn="ctr"/>
            <a:endParaRPr lang="en-US" sz="3800" dirty="0"/>
          </a:p>
          <a:p>
            <a:pPr algn="ctr"/>
            <a:endParaRPr lang="en-US" sz="3800" dirty="0"/>
          </a:p>
          <a:p>
            <a:pPr algn="ctr"/>
            <a:r>
              <a:rPr lang="en-US" sz="3800" dirty="0"/>
              <a:t>Kwan To (KT) Wong</a:t>
            </a:r>
          </a:p>
          <a:p>
            <a:pPr algn="ctr"/>
            <a:r>
              <a:rPr lang="en-US" sz="3800" dirty="0"/>
              <a:t>Faculty of Social Sciences, HKU</a:t>
            </a:r>
          </a:p>
          <a:p>
            <a:pPr algn="ctr"/>
            <a:endParaRPr lang="en-US" sz="3800" dirty="0"/>
          </a:p>
          <a:p>
            <a:pPr algn="ctr"/>
            <a:endParaRPr lang="en-US" sz="3800" dirty="0"/>
          </a:p>
          <a:p>
            <a:pPr algn="ctr"/>
            <a:endParaRPr lang="en-US" sz="3800" dirty="0"/>
          </a:p>
        </p:txBody>
      </p:sp>
    </p:spTree>
    <p:extLst>
      <p:ext uri="{BB962C8B-B14F-4D97-AF65-F5344CB8AC3E}">
        <p14:creationId xmlns:p14="http://schemas.microsoft.com/office/powerpoint/2010/main" val="3608430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3F73EF-5A4F-4C7E-9B02-0B42A0FA8F6F}"/>
              </a:ext>
            </a:extLst>
          </p:cNvPr>
          <p:cNvSpPr txBox="1"/>
          <p:nvPr/>
        </p:nvSpPr>
        <p:spPr>
          <a:xfrm>
            <a:off x="-1" y="0"/>
            <a:ext cx="9053465" cy="685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Introduction of myself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My name: Wong, Kwan To (KT)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Hong Kong local guy (born in Shanghai!!)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Received most my education in Hong Kong (HKU, CUHK)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My training is in economics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Work in universities for more than  20 years (HKU, HKUST, </a:t>
            </a:r>
            <a:r>
              <a:rPr lang="en-US" sz="2800" dirty="0" err="1"/>
              <a:t>PolyU</a:t>
            </a:r>
            <a:r>
              <a:rPr lang="en-US" sz="2800" dirty="0"/>
              <a:t>, </a:t>
            </a:r>
            <a:r>
              <a:rPr lang="en-US" sz="2800" dirty="0" err="1"/>
              <a:t>CityU</a:t>
            </a:r>
            <a:r>
              <a:rPr lang="en-US" sz="2800" dirty="0"/>
              <a:t>, …)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Work at Faculty of Social Sciences now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My major contact: kwanto@hku.hk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Meanings of life to me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FF5CA6-EAC7-08EF-3794-04FFFBB649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6469" y="-1"/>
            <a:ext cx="4005532" cy="30041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26E89A-2CE9-77CD-FDB4-46E26E8EBA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714" y="2494950"/>
            <a:ext cx="3272288" cy="436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6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0BA7653D9747E42859178B411F2F224" ma:contentTypeVersion="14" ma:contentTypeDescription="Create a new document." ma:contentTypeScope="" ma:versionID="eb30b7d65a65e1a2378b2cc6333154a0">
  <xsd:schema xmlns:xsd="http://www.w3.org/2001/XMLSchema" xmlns:xs="http://www.w3.org/2001/XMLSchema" xmlns:p="http://schemas.microsoft.com/office/2006/metadata/properties" xmlns:ns3="620dfa5e-4559-424c-a192-99f5256383c2" xmlns:ns4="59c63993-b68f-48c5-b10c-7874f6c5157d" targetNamespace="http://schemas.microsoft.com/office/2006/metadata/properties" ma:root="true" ma:fieldsID="3da7acb3dbd31317e26491f2f0a8c5ed" ns3:_="" ns4:_="">
    <xsd:import namespace="620dfa5e-4559-424c-a192-99f5256383c2"/>
    <xsd:import namespace="59c63993-b68f-48c5-b10c-7874f6c5157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Location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0dfa5e-4559-424c-a192-99f5256383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2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c63993-b68f-48c5-b10c-7874f6c5157d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A84338-8A05-4659-B248-68BC7D787E29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59c63993-b68f-48c5-b10c-7874f6c5157d"/>
    <ds:schemaRef ds:uri="620dfa5e-4559-424c-a192-99f5256383c2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FEF542AE-D7F6-4436-A04A-C21C7517EF7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CE128B7-0631-469A-B825-D059968B070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20dfa5e-4559-424c-a192-99f5256383c2"/>
    <ds:schemaRef ds:uri="59c63993-b68f-48c5-b10c-7874f6c515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2056</TotalTime>
  <Words>93</Words>
  <Application>Microsoft Office PowerPoint</Application>
  <PresentationFormat>Widescreen</PresentationFormat>
  <Paragraphs>17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Century Gothic</vt:lpstr>
      <vt:lpstr>Wingdings 3</vt:lpstr>
      <vt:lpstr>Slice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Kwan To Wong</dc:creator>
  <cp:lastModifiedBy>Kwan To Wong</cp:lastModifiedBy>
  <cp:revision>14</cp:revision>
  <dcterms:created xsi:type="dcterms:W3CDTF">2022-07-25T07:32:12Z</dcterms:created>
  <dcterms:modified xsi:type="dcterms:W3CDTF">2026-08-25T01:49:00Z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0x010100E0BA7653D9747E42859178B411F2F224</vt:lpwstr>
  </property>
</Properties>
</file>