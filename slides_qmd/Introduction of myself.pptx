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B4343B-26A1-4C64-ABA8-727BF63801D5}" v="5" dt="2024-08-27T01:17:48.3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126" y="2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8F0-2E21-4489-9C8C-6790732258FD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131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8F0-2E21-4489-9C8C-6790732258FD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245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8F0-2E21-4489-9C8C-6790732258FD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742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8F0-2E21-4489-9C8C-6790732258FD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200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8F0-2E21-4489-9C8C-6790732258FD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393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8F0-2E21-4489-9C8C-6790732258FD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77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8F0-2E21-4489-9C8C-6790732258FD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464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8F0-2E21-4489-9C8C-6790732258FD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822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8F0-2E21-4489-9C8C-6790732258FD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583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8F0-2E21-4489-9C8C-6790732258FD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443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8F0-2E21-4489-9C8C-6790732258FD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2832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8F0-2E21-4489-9C8C-6790732258FD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704653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8F0-2E21-4489-9C8C-6790732258FD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5317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8F0-2E21-4489-9C8C-6790732258FD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9475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8F0-2E21-4489-9C8C-6790732258FD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114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8F0-2E21-4489-9C8C-6790732258FD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9949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8F0-2E21-4489-9C8C-6790732258FD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570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FDBB8F0-2E21-4489-9C8C-6790732258FD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04594F0-C792-4E63-BB2A-6691FAB13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7746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3F73EF-5A4F-4C7E-9B02-0B42A0FA8F6F}"/>
              </a:ext>
            </a:extLst>
          </p:cNvPr>
          <p:cNvSpPr txBox="1"/>
          <p:nvPr/>
        </p:nvSpPr>
        <p:spPr>
          <a:xfrm>
            <a:off x="0" y="0"/>
            <a:ext cx="121920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dirty="0"/>
              <a:t>MSDA Bootcamp 2025</a:t>
            </a:r>
          </a:p>
          <a:p>
            <a:pPr algn="ctr"/>
            <a:endParaRPr lang="en-US" sz="3800" dirty="0"/>
          </a:p>
          <a:p>
            <a:pPr algn="ctr"/>
            <a:endParaRPr lang="en-US" sz="3800" dirty="0"/>
          </a:p>
          <a:p>
            <a:pPr algn="ctr"/>
            <a:endParaRPr lang="en-US" sz="3800" dirty="0"/>
          </a:p>
          <a:p>
            <a:pPr algn="ctr"/>
            <a:r>
              <a:rPr lang="en-US" sz="3800" dirty="0"/>
              <a:t>Kwan To (KT) Wong</a:t>
            </a:r>
          </a:p>
          <a:p>
            <a:pPr algn="ctr"/>
            <a:r>
              <a:rPr lang="en-US" sz="3800" dirty="0"/>
              <a:t>Faculty of Social Sciences, HKU</a:t>
            </a:r>
          </a:p>
          <a:p>
            <a:pPr algn="ctr"/>
            <a:endParaRPr lang="en-US" sz="3800" dirty="0"/>
          </a:p>
          <a:p>
            <a:pPr algn="ctr"/>
            <a:endParaRPr lang="en-US" sz="3800" dirty="0"/>
          </a:p>
          <a:p>
            <a:pPr algn="ctr"/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3608430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3F73EF-5A4F-4C7E-9B02-0B42A0FA8F6F}"/>
              </a:ext>
            </a:extLst>
          </p:cNvPr>
          <p:cNvSpPr txBox="1"/>
          <p:nvPr/>
        </p:nvSpPr>
        <p:spPr>
          <a:xfrm>
            <a:off x="-1" y="0"/>
            <a:ext cx="9053465" cy="685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Introduction of myself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My name: Wong, Kwan To (KT)</a:t>
            </a: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Hong Kong local guy (born in Shanghai!!)</a:t>
            </a: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Received most my education in Hong Kong (HKU, CUHK)</a:t>
            </a: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My training is in economics</a:t>
            </a: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Work in universities for more than  20 years (HKU, HKUST, </a:t>
            </a:r>
            <a:r>
              <a:rPr lang="en-US" sz="2800" dirty="0" err="1"/>
              <a:t>PolyU</a:t>
            </a:r>
            <a:r>
              <a:rPr lang="en-US" sz="2800" dirty="0"/>
              <a:t>, </a:t>
            </a:r>
            <a:r>
              <a:rPr lang="en-US" sz="2800" dirty="0" err="1"/>
              <a:t>CityU</a:t>
            </a:r>
            <a:r>
              <a:rPr lang="en-US" sz="2800" dirty="0"/>
              <a:t>, …)</a:t>
            </a: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Work at Faculty of Social Sciences now</a:t>
            </a: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My major contact: kwanto@hku.hk</a:t>
            </a: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Meanings of life to me</a:t>
            </a: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 descr="A child standing in front of a train&#10;&#10;Description automatically generated">
            <a:extLst>
              <a:ext uri="{FF2B5EF4-FFF2-40B4-BE49-F238E27FC236}">
                <a16:creationId xmlns:a16="http://schemas.microsoft.com/office/drawing/2014/main" id="{61299773-B61E-9B29-EF74-C42F4F2C32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49" r="-4" b="-4"/>
          <a:stretch/>
        </p:blipFill>
        <p:spPr>
          <a:xfrm>
            <a:off x="6096000" y="0"/>
            <a:ext cx="3838282" cy="3280528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255734-B511-4FAD-8555-6DBEA8417E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3331" y="2437993"/>
            <a:ext cx="3038669" cy="442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6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BA7653D9747E42859178B411F2F224" ma:contentTypeVersion="14" ma:contentTypeDescription="Create a new document." ma:contentTypeScope="" ma:versionID="eb30b7d65a65e1a2378b2cc6333154a0">
  <xsd:schema xmlns:xsd="http://www.w3.org/2001/XMLSchema" xmlns:xs="http://www.w3.org/2001/XMLSchema" xmlns:p="http://schemas.microsoft.com/office/2006/metadata/properties" xmlns:ns3="620dfa5e-4559-424c-a192-99f5256383c2" xmlns:ns4="59c63993-b68f-48c5-b10c-7874f6c5157d" targetNamespace="http://schemas.microsoft.com/office/2006/metadata/properties" ma:root="true" ma:fieldsID="3da7acb3dbd31317e26491f2f0a8c5ed" ns3:_="" ns4:_="">
    <xsd:import namespace="620dfa5e-4559-424c-a192-99f5256383c2"/>
    <xsd:import namespace="59c63993-b68f-48c5-b10c-7874f6c5157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0dfa5e-4559-424c-a192-99f5256383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c63993-b68f-48c5-b10c-7874f6c5157d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A84338-8A05-4659-B248-68BC7D787E29}">
  <ds:schemaRefs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59c63993-b68f-48c5-b10c-7874f6c5157d"/>
    <ds:schemaRef ds:uri="620dfa5e-4559-424c-a192-99f5256383c2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EF542AE-D7F6-4436-A04A-C21C7517EF7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CE128B7-0631-469A-B825-D059968B07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20dfa5e-4559-424c-a192-99f5256383c2"/>
    <ds:schemaRef ds:uri="59c63993-b68f-48c5-b10c-7874f6c515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968</TotalTime>
  <Words>93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Century Gothic</vt:lpstr>
      <vt:lpstr>Wingdings 3</vt:lpstr>
      <vt:lpstr>Slice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Kwan To Wong</dc:creator>
  <cp:lastModifiedBy>Kwan To Wong</cp:lastModifiedBy>
  <cp:revision>15</cp:revision>
  <dcterms:created xsi:type="dcterms:W3CDTF">2022-07-25T07:32:12Z</dcterms:created>
  <dcterms:modified xsi:type="dcterms:W3CDTF">2025-08-25T09:26:37Z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0x010100E0BA7653D9747E42859178B411F2F224</vt:lpwstr>
  </property>
</Properties>
</file>